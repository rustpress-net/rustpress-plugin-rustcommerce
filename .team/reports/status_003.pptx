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Project Status Report #3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RustCommerce Plugin | 2026-02-24 23:19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888888"/>
                </a:solidFill>
              </a:defRPr>
            </a:pPr>
            <a:r>
              <a:t>Amenthyx AI Teams — Virtual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853"/>
                </a:solidFill>
              </a:defRPr>
            </a:pPr>
            <a:r>
              <a:t>Overall Status: 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Completion: 88% (23/26 tasks done)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In Progress: 1  |  In Review: 1  |  Backlog: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Milestone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Milestones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br/>
            <a:r>
              <a:t>---</a:t>
            </a:r>
            <a:br/>
            <a:br/>
            <a:r>
              <a:t>## Overview</a:t>
            </a:r>
            <a:br/>
            <a:br/>
            <a:r>
              <a:t>| Milestone | Name | Status | Dependencies |</a:t>
            </a:r>
            <a:br/>
            <a:r>
              <a:t>|-----------|------|--------|--------------|</a:t>
            </a:r>
            <a:br/>
            <a:r>
              <a:t>| **M1** | Backend Foundation | Planned | Wave 0 (Initialization) |</a:t>
            </a:r>
            <a:br/>
            <a:r>
              <a:t>| **M2** | Cart &amp; Checkout | Planned | M1 |</a:t>
            </a:r>
            <a:br/>
            <a:r>
              <a:t>| **M3** | Admin Dashboard | Planned | M1, M2 (partial) |</a:t>
            </a:r>
            <a:br/>
            <a:r>
              <a:t>| **M4** | Storefront &amp; Polish | Planned | M1, M2, M3 |</a:t>
            </a:r>
            <a:br/>
            <a:r>
              <a:t>| **M5** | Testing &amp; Release | Planned | M1, M2, M3, M4 |</a:t>
            </a:r>
            <a:br/>
            <a:br/>
            <a:r>
              <a:t>---</a:t>
            </a:r>
            <a:br/>
            <a:br/>
            <a:r>
              <a:t>## M1: Backend Foundation</a:t>
            </a:r>
            <a:br/>
            <a:br/>
            <a:r>
              <a:t>**Objective**: Establish the core backend infrastructure — database schema, product CRUD, category system, plugin integration, and REST API scaffolding.</a:t>
            </a:r>
            <a:br/>
            <a:br/>
            <a:r>
              <a:t>### Deliverables</a:t>
            </a:r>
            <a:br/>
            <a:br/>
            <a:r>
              <a:t>| # | Deliverable | Owner | Status |</a:t>
            </a:r>
            <a:br/>
            <a:r>
              <a:t>|---|------------|-------|--------|</a:t>
            </a:r>
            <a:br/>
            <a:r>
              <a:t>| M1.1 | Database schema design and 7 migration files | Backend | Planned |</a:t>
            </a:r>
            <a:br/>
            <a:r>
              <a:t>| M1.2 | Product models (Product, ProductVariant) | Backend | Planned |</a:t>
            </a:r>
            <a:br/>
            <a:r>
              <a:t>| M1.3 | Product repository (CRUD operations via sqlx) | Backend | Planned |</a:t>
            </a:r>
            <a:br/>
            <a:r>
              <a:t>| M1.4 | Product service (business logic layer) | Backend | Planned |</a:t>
            </a:r>
            <a:br/>
            <a:r>
              <a:t>| M1.5 | Product API handlers (Axum route handlers) | Backend | Planned |</a:t>
            </a:r>
            <a:br/>
            <a:r>
              <a:t>| M1.6 | Category/Tag models and repository | Backend | Planned |</a:t>
            </a:r>
            <a:br/>
            <a:r>
              <a:t>| M1.7 | Category system integration with RustPress taxonomy | Backend | Planned |</a:t>
            </a:r>
            <a:br/>
            <a:r>
              <a:t>| M1.8 | Plugin trait implementation (`RustCommercePlugin`) | Backend | Planned |</a:t>
            </a:r>
            <a:br/>
            <a:r>
              <a:t>| M1.9 | Hook registration for key events | Backend | Planned |</a:t>
            </a:r>
            <a:br/>
            <a:r>
              <a:t>| M1.10 | Route definitions (`routes.rs`) | Backend | Planned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Kanban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Backlog: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C107"/>
                </a:solidFill>
              </a:defRPr>
            </a:pPr>
            <a:r>
              <a:t>In Progress: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In Review: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C853"/>
                </a:solidFill>
              </a:defRPr>
            </a:pPr>
            <a:r>
              <a:t>Done: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# Kanban Board — RustCommerce Plugin</a:t>
            </a:r>
            <a:br/>
            <a:br/>
            <a:r>
              <a:t>**Last Updated**: 2026-02-24</a:t>
            </a:r>
            <a:br/>
            <a:br/>
            <a:r>
              <a:t>**Legend**:</a:t>
            </a:r>
            <a:br/>
            <a:r>
              <a:t>- `[ ]` = Backlog</a:t>
            </a:r>
            <a:br/>
            <a:r>
              <a:t>- `[~]` = In Progress</a:t>
            </a:r>
            <a:br/>
            <a:r>
              <a:t>- `[?]` = In Review</a:t>
            </a:r>
            <a:br/>
            <a:r>
              <a:t>- `[x]` = Done</a:t>
            </a:r>
            <a:br/>
            <a:br/>
            <a:r>
              <a:t>---</a:t>
            </a:r>
            <a:br/>
            <a:br/>
            <a:r>
              <a:t>## Wave 0: Initialization</a:t>
            </a:r>
            <a:br/>
            <a:br/>
            <a:r>
              <a:t>- [x] Create project repository structure</a:t>
            </a:r>
            <a:br/>
            <a:r>
              <a:t>- [x] Set up `.ai/context/` with STRATEGY.md and CONTEXT_BASE.md</a:t>
            </a:r>
            <a:br/>
            <a:r>
              <a:t>- [x] Define initial `plugin.json` configuration</a:t>
            </a:r>
            <a:br/>
            <a:r>
              <a:t>- [x] Create skeleton Rust code (Product, Cart, Order structs)</a:t>
            </a:r>
            <a:br/>
            <a:r>
              <a:t>- [x] Set up Cargo.toml with dependencies</a:t>
            </a:r>
            <a:br/>
            <a:br/>
            <a:r>
              <a:t>---</a:t>
            </a:r>
            <a:br/>
            <a:br/>
            <a:r>
              <a:t>## Wave 1: Planning</a:t>
            </a:r>
            <a:br/>
            <a:br/>
            <a:r>
              <a:t>- [x] PROJECT_CHARTER.md — Project charter and scope definition</a:t>
            </a:r>
            <a:br/>
            <a:r>
              <a:t>- [x] MILESTONES.md — Milestone definitions and acceptance criteria</a:t>
            </a:r>
            <a:br/>
            <a:r>
              <a:t>- [x] KANBAN.md — This board</a:t>
            </a:r>
            <a:br/>
            <a:r>
              <a:t>- [x] TIMELINE.md — Wave-based execution timeline</a:t>
            </a:r>
            <a:br/>
            <a:r>
              <a:t>- [x] RISK_REGISTER.md — Risk register (R1-R10)</a:t>
            </a:r>
            <a:br/>
            <a:r>
              <a:t>- [x] GitHub Issues — Create labels, milestones, and issue backlog</a:t>
            </a:r>
            <a:br/>
            <a:r>
              <a:t>- [x] Sprint 1 planning — Assign first batch of M1 tasks</a:t>
            </a:r>
            <a:br/>
            <a:br/>
            <a:r>
              <a:t>---</a:t>
            </a:r>
            <a:br/>
            <a:br/>
            <a:r>
              <a:t>## Wave 1.5: Marketing + Legal (Background)</a:t>
            </a:r>
            <a:br/>
            <a:br/>
            <a:r>
              <a:t>### Marketing</a:t>
            </a:r>
            <a:br/>
            <a:r>
              <a:t>- [x] Define product positioning and messaging</a:t>
            </a:r>
            <a:br/>
            <a:r>
              <a:t>- [x] Create landing page content for RustCommerce</a:t>
            </a:r>
            <a:br/>
            <a:r>
              <a:t>- [x] Prepare launch announcement blog post</a:t>
            </a:r>
            <a:br/>
            <a:r>
              <a:t>- [x] Create demo screenshots / video storyboard</a:t>
            </a:r>
            <a:br/>
            <a:r>
              <a:t>- [x] Plugin marketplace listing draft</a:t>
            </a:r>
            <a:br/>
            <a:br/>
            <a:r>
              <a:t>### Legal</a:t>
            </a:r>
            <a:br/>
            <a:r>
              <a:t>- [x] License selection and LICENSE file (MIT / Apache 2.0)</a:t>
            </a:r>
            <a:br/>
            <a:r>
              <a:t>- [x] Terms of Service for store owners</a:t>
            </a:r>
            <a:br/>
            <a:r>
              <a:t>- [x] Privacy policy template for stores</a:t>
            </a:r>
            <a:br/>
            <a:r>
              <a:t>- [x] Stripe compliance review (PCI-DSS awareness)</a:t>
            </a:r>
            <a:br/>
            <a:r>
              <a:t>- [x] Open-source contribution guidelines (CONTRIBUTING.md)</a:t>
            </a:r>
            <a:br/>
            <a:br/>
            <a:r>
              <a:t>---</a:t>
            </a:r>
            <a:br/>
            <a:br/>
            <a:r>
              <a:t>## Wave 2: Engineering</a:t>
            </a:r>
            <a:br/>
            <a:br/>
            <a:r>
              <a:t>### M1: Backend Foundation</a:t>
            </a:r>
            <a:br/>
            <a:br/>
            <a:r>
              <a:t>#### Database &amp; Models</a:t>
            </a:r>
            <a:br/>
            <a:r>
              <a:t>- [x] Design database schema (ERD for all 7 migration files)</a:t>
            </a:r>
            <a:br/>
            <a:r>
              <a:t>- [x] Migration 00001: ecommerce_core (products, categories, variants)</a:t>
            </a:r>
            <a:br/>
            <a:r>
              <a:t>- [x] Migration 00002: cart_and_orders (cart, orders, order items)</a:t>
            </a:r>
            <a:br/>
            <a:r>
              <a:t>- [x] Migration 00003: customers (customers, addresses)</a:t>
            </a:r>
            <a:br/>
            <a:r>
              <a:t>- [x] Migration 00004: payments (payments, transactions)</a:t>
            </a:r>
            <a:br/>
            <a:r>
              <a:t>- [x] Migration 00005: shipping_and_tax (shipping zones/methods, tax zones/rates)</a:t>
            </a:r>
            <a:br/>
            <a:r>
              <a:t>- [x] Migration 00006: coupons (coupons, discount rules)</a:t>
            </a:r>
            <a:br/>
            <a:r>
              <a:t>- [x] Migration 00007: reviews (product reviews)</a:t>
            </a:r>
            <a:br/>
            <a:r>
              <a:t>-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Blockers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Risk Register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r>
              <a:t>**Review Frequency**: Each wave boundary</a:t>
            </a:r>
            <a:br/>
            <a:br/>
            <a:r>
              <a:t>---</a:t>
            </a:r>
            <a:br/>
            <a:br/>
            <a:r>
              <a:t>## Risk Matrix Legend</a:t>
            </a:r>
            <a:br/>
            <a:br/>
            <a:r>
              <a:t>**Probability**: H (High) / M (Medium) / L (Low)</a:t>
            </a:r>
            <a:br/>
            <a:r>
              <a:t>**Impact**: H (High) / M (Medium) / L (Low)</a:t>
            </a:r>
            <a:br/>
            <a:r>
              <a:t>**Severity** = Probability x Impact: Critical / Major / Moderate / Minor</a:t>
            </a:r>
            <a:br/>
            <a:br/>
            <a:r>
              <a:t>| | Impact: High | Impact: Medium | Impact: Low |</a:t>
            </a:r>
            <a:br/>
            <a:r>
              <a:t>|---|---|---|---|</a:t>
            </a:r>
            <a:br/>
            <a:r>
              <a:t>| **Prob: High** | Critical | Major | Moderate |</a:t>
            </a:r>
            <a:br/>
            <a:r>
              <a:t>| **Prob: Medium** | Major | Moderate | Minor |</a:t>
            </a:r>
            <a:br/>
            <a:r>
              <a:t>| **Prob: Low** | Moderate | Minor | Minor |</a:t>
            </a:r>
            <a:br/>
            <a:br/>
            <a:r>
              <a:t>---</a:t>
            </a:r>
            <a:br/>
            <a:br/>
            <a:r>
              <a:t>## Active Risks</a:t>
            </a:r>
            <a:br/>
            <a:br/>
            <a:r>
              <a:t>### R1: Stripe API Integration Complexity</a:t>
            </a:r>
            <a:br/>
            <a:br/>
            <a:r>
              <a:t>| Field | Detail |</a:t>
            </a:r>
            <a:br/>
            <a:r>
              <a:t>|-------|--------|</a:t>
            </a:r>
            <a:br/>
            <a:r>
              <a:t>| **ID** | R1 |</a:t>
            </a:r>
            <a:br/>
            <a:r>
              <a:t>| **Category** | Technical |</a:t>
            </a:r>
            <a:br/>
            <a:r>
              <a:t>| **Description** | Stripe API integration (PaymentIntents, webhooks, refunds) is complex and has strict security requirements. The `stripe-rust` crate may lack features, have breaking changes, or insufficient documentation for production use cases. Webhook signature verification and idempotency handling add further complexity. |</a:t>
            </a:r>
            <a:br/>
            <a:r>
              <a:t>| **Probability** | **M** (Medium) |</a:t>
            </a:r>
            <a:br/>
            <a:r>
              <a:t>| **Impact** | **H** (High) — Payment is the most critical feature; failure blocks checkout |</a:t>
            </a:r>
            <a:br/>
            <a:r>
              <a:t>| **Severity** | **Major** |</a:t>
            </a:r>
            <a:br/>
            <a:r>
              <a:t>| **Mitigation** | 1. Evaluate `stripe-rust` crate maturity early in M2; if insufficient, plan for raw HTTP client with Stripe REST API. 2. Build a payment gateway abstraction layer so Stripe implementation can be swapped. 3. Use Stripe test mode extensively. 4. Implement comprehensive webhook retry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Team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# Team Status — RustCommerce Plugin</a:t>
            </a:r>
            <a:br/>
            <a:br/>
            <a:r>
              <a:t>**Last Updated**: 2026-02-24</a:t>
            </a:r>
            <a:br/>
            <a:r>
              <a:t>**Reporting Period**: Wave 5 — Final Reporting Complete</a:t>
            </a:r>
            <a:br/>
            <a:r>
              <a:t>**Overall Project Design Phase**: COMPLETE</a:t>
            </a:r>
            <a:br/>
            <a:br/>
            <a:r>
              <a:t>---</a:t>
            </a:r>
            <a:br/>
            <a:br/>
            <a:r>
              <a:t>## Team Member Status</a:t>
            </a:r>
            <a:br/>
            <a:br/>
            <a:r>
              <a:t>| Role | Agent | Status | Deliverables |</a:t>
            </a:r>
            <a:br/>
            <a:r>
              <a:t>|------|-------|--------|--------------|</a:t>
            </a:r>
            <a:br/>
            <a:r>
              <a:t>| **PM** | Project Manager | Final Reporting Complete | 6 planning artifacts + 4 reports delivered |</a:t>
            </a:r>
            <a:br/>
            <a:r>
              <a:t>| **BE** | Backend Engineer | Completed | 5 artifacts delivered |</a:t>
            </a:r>
            <a:br/>
            <a:r>
              <a:t>| **FE** | Frontend Engineer | Completed | 5 artifacts delivered |</a:t>
            </a:r>
            <a:br/>
            <a:r>
              <a:t>| **DevOps** | DevOps Engineer | Completed | 5 artifacts delivered |</a:t>
            </a:r>
            <a:br/>
            <a:r>
              <a:t>| **Infra** | Infrastructure Engineer | Completed | 5 artifacts delivered |</a:t>
            </a:r>
            <a:br/>
            <a:r>
              <a:t>| **Marketing** | Marketing Specialist | Completed | 5 artifacts delivered |</a:t>
            </a:r>
            <a:br/>
            <a:r>
              <a:t>| **Legal** | Legal Counsel | Completed | 5 artifacts delivered |</a:t>
            </a:r>
            <a:br/>
            <a:r>
              <a:t>| **QA** | QA Engineer | Complete — PASS | 5 artifacts delivered |</a:t>
            </a:r>
            <a:br/>
            <a:r>
              <a:t>| **RM** | Release Manager | Complete — APPROVED | 5 artifacts delivered |</a:t>
            </a:r>
            <a:br/>
            <a:br/>
            <a:r>
              <a:t>---</a:t>
            </a:r>
            <a:br/>
            <a:br/>
            <a:r>
              <a:t>## Artifacts Produced</a:t>
            </a:r>
            <a:br/>
            <a:br/>
            <a:r>
              <a:t>### PM Artifacts (Planning — Wave 1)</a:t>
            </a:r>
            <a:br/>
            <a:r>
              <a:t>| File | Path | Size |</a:t>
            </a:r>
            <a:br/>
            <a:r>
              <a:t>|------|------|------|</a:t>
            </a:r>
            <a:br/>
            <a:r>
              <a:t>| PROJECT_CHARTER.md | `.team/PROJECT_CHARTER.md` | 10,213 bytes |</a:t>
            </a:r>
            <a:br/>
            <a:r>
              <a:t>| MILESTONES.md | `.team/MILESTONES.md` | 13,236 bytes |</a:t>
            </a:r>
            <a:br/>
            <a:r>
              <a:t>| KANBAN.md | `.team/KANBAN.md` | 9,643 bytes |</a:t>
            </a:r>
            <a:br/>
            <a:r>
              <a:t>| TIMELINE.md | `.team/TIMELINE.md` | 10,661 bytes |</a:t>
            </a:r>
            <a:br/>
            <a:r>
              <a:t>| RISK_REGISTER.md | `.team/RISK_REGISTER.md` | 13,280 bytes |</a:t>
            </a:r>
            <a:br/>
            <a:r>
              <a:t>| GITHUB_ISSUES.md | `.team/GITHUB_ISSUES.md` | 9,012 bytes |</a:t>
            </a:r>
            <a:br/>
            <a:br/>
            <a:r>
              <a:t>### Backend Engineer Artifacts (API Contracts — Wave 2)</a:t>
            </a:r>
            <a:br/>
            <a:r>
              <a:t>| File | Path | Size |</a:t>
            </a:r>
            <a:br/>
            <a:r>
              <a:t>|------|------|---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Planned for next reporting period:</a:t>
            </a:r>
            <a:br/>
            <a:r>
              <a:t>- Continue wave-based execution</a:t>
            </a:r>
            <a:br/>
            <a:r>
              <a:t>- Monitor quality gates</a:t>
            </a:r>
            <a:br/>
            <a:r>
              <a:t>- Update risk register</a:t>
            </a:r>
            <a:br/>
            <a:r>
              <a:t>- Coordinate cross-team dependencies</a:t>
            </a:r>
            <a:br/>
            <a:r>
              <a:t>- Generate next status report at T+6h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